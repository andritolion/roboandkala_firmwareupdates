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35F25-092F-4621-B6C2-60C8FEB527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41C56-79E5-47A4-AA6D-BD6FDC3F22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7570" cy="132588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Arial Bold" panose="020B0604020202020204" charset="0"/>
                <a:cs typeface="Arial Bold" panose="020B0604020202020204" charset="0"/>
              </a:rPr>
              <a:t>Install Touchscreen Driver Upgrade Package</a:t>
            </a:r>
            <a:endParaRPr lang="en-US" altLang="zh-CN" b="1" dirty="0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Arial Regular" panose="020B0604020202020204" charset="0"/>
                <a:cs typeface="Arial Regular" panose="020B0604020202020204" charset="0"/>
              </a:rPr>
              <a:t>U</a:t>
            </a: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nzip the TPDriverUpdata230413.zip file.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  <a:p>
            <a:pPr marL="514350" indent="-514350">
              <a:buAutoNum type="arabicPeriod"/>
            </a:pP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Locate the GTBerlinB.inf file within the unzipped folder.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  <a:p>
            <a:pPr marL="514350" indent="-514350">
              <a:buAutoNum type="arabicPeriod"/>
            </a:pP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Right-click on the GTBerlinB.inf file and select "Install" from the context menu.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  <a:p>
            <a:pPr marL="514350" indent="-514350">
              <a:buAutoNum type="arabicPeriod"/>
            </a:pP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Follow any prompts that appear and select "Yes" if asked to confirm the installation.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  <a:p>
            <a:pPr marL="514350" indent="-514350">
              <a:buAutoNum type="arabicPeriod"/>
            </a:pP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Restart your computer once the installation is complete.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  <a:p>
            <a:pPr marL="514350" indent="-514350">
              <a:buAutoNum type="arabicPeriod"/>
            </a:pPr>
            <a:r>
              <a:rPr dirty="0">
                <a:latin typeface="Arial Regular" panose="020B0604020202020204" charset="0"/>
                <a:cs typeface="Arial Regular" panose="020B0604020202020204" charset="0"/>
              </a:rPr>
              <a:t>Done!</a:t>
            </a:r>
            <a:endParaRPr dirty="0"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-1" r="34854" b="324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WPS 表格</Application>
  <PresentationFormat>宽屏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Arial</vt:lpstr>
      <vt:lpstr>宋体</vt:lpstr>
      <vt:lpstr>Wingdings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Apple SD Gothic Neo Regular</vt:lpstr>
      <vt:lpstr>Arial Regular</vt:lpstr>
      <vt:lpstr>Arial Black</vt:lpstr>
      <vt:lpstr>华文楷体</vt:lpstr>
      <vt:lpstr>Times New Roman Regular</vt:lpstr>
      <vt:lpstr>Arial Bold</vt:lpstr>
      <vt:lpstr>Office 主题​​</vt:lpstr>
      <vt:lpstr>安装触屏驱动升级包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安装触屏驱动升级包</dc:title>
  <dc:creator>Q PF</dc:creator>
  <cp:lastModifiedBy>Shuizhaola Baby</cp:lastModifiedBy>
  <cp:revision>2</cp:revision>
  <dcterms:created xsi:type="dcterms:W3CDTF">2023-04-13T06:09:11Z</dcterms:created>
  <dcterms:modified xsi:type="dcterms:W3CDTF">2023-04-13T06:09:11Z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E3883FF56C0790A2879C37643E7D2C53_43</vt:lpwstr>
  </property>
  <property fmtid="{D5CDD505-2E9C-101B-9397-08002B2CF9AE}" pid="3" name="KSOProductBuildVer">
    <vt:lpwstr>2052-5.2.1.7798</vt:lpwstr>
  </property>
</Properties>
</file>